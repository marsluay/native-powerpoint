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OfficeDocument" Type="http://schemas.openxmlformats.org/officeDocument/2006/relationships/officeDocument" Target="ppt/presentation.xml"/>
  <Relationship Id="rIdCoreProperties" Type="http://schemas.openxmlformats.org/package/2006/relationships/metadata/core-properties" Target="docProps/core.xml"/>
  <Relationship Id="rIdAppProperties" Type="http://schemas.openxmlformats.org/officeDocument/2006/relationships/extended-properties" Target="docProps/app.xml"/>
  <Relationship Id="rIdUnknownExtension" Type="https://native-powerpoint.invalid/relationships/fixture-extension" Target="customXml/native-powerpoint-extens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  <p:sldId id="279" r:id="rIdSlide24"/>
    <p:sldId id="280" r:id="rIdSlide25"/>
    <p:sldId id="281" r:id="rIdSlide26"/>
    <p:sldId id="282" r:id="rIdSlide27"/>
    <p:sldId id="283" r:id="rIdSlide28"/>
    <p:sldId id="284" r:id="rIdSlide29"/>
    <p:sldId id="285" r:id="rIdSlide30"/>
    <p:sldId id="286" r:id="rIdSlide31"/>
    <p:sldId id="287" r:id="rIdSlide32"/>
    <p:sldId id="288" r:id="rIdSlide33"/>
    <p:sldId id="289" r:id="rIdSlide34"/>
    <p:sldId id="290" r:id="rIdSlide35"/>
    <p:sldId id="291" r:id="rIdSlide36"/>
    <p:sldId id="292" r:id="rIdSlide37"/>
    <p:sldId id="293" r:id="rIdSlide38"/>
    <p:sldId id="294" r:id="rIdSlide39"/>
    <p:sldId id="295" r:id="rIdSlide40"/>
    <p:sldId id="296" r:id="rIdSlide41"/>
    <p:sldId id="297" r:id="rIdSlide42"/>
    <p:sldId id="298" r:id="rIdSlide43"/>
    <p:sldId id="299" r:id="rIdSlide44"/>
    <p:sldId id="300" r:id="rIdSlide45"/>
    <p:sldId id="301" r:id="rIdSlide46"/>
    <p:sldId id="302" r:id="rIdSlide47"/>
    <p:sldId id="303" r:id="rIdSlide48"/>
    <p:sldId id="304" r:id="rIdSlide49"/>
    <p:sldId id="305" r:id="rIdSlide50"/>
    <p:sldId id="306" r:id="rIdSlide51"/>
    <p:sldId id="307" r:id="rIdSlide52"/>
    <p:sldId id="308" r:id="rIdSlide53"/>
    <p:sldId id="309" r:id="rIdSlide54"/>
    <p:sldId id="310" r:id="rIdSlide55"/>
    <p:sldId id="311" r:id="rIdSlide56"/>
    <p:sldId id="312" r:id="rIdSlide57"/>
    <p:sldId id="313" r:id="rIdSlide58"/>
    <p:sldId id="314" r:id="rIdSlide59"/>
    <p:sldId id="315" r:id="rIdSlide60"/>
    <p:sldId id="316" r:id="rIdSlide61"/>
    <p:sldId id="317" r:id="rIdSlide62"/>
    <p:sldId id="318" r:id="rIdSlide63"/>
    <p:sldId id="319" r:id="rIdSlide64"/>
    <p:sldId id="320" r:id="rIdSlide65"/>
    <p:sldId id="321" r:id="rIdSlide66"/>
    <p:sldId id="322" r:id="rIdSlide67"/>
    <p:sldId id="323" r:id="rIdSlide68"/>
    <p:sldId id="324" r:id="rIdSlide69"/>
    <p:sldId id="325" r:id="rIdSlide70"/>
    <p:sldId id="326" r:id="rIdSlide71"/>
    <p:sldId id="327" r:id="rIdSlide72"/>
    <p:sldId id="328" r:id="rIdSlide73"/>
    <p:sldId id="329" r:id="rIdSlide74"/>
    <p:sldId id="330" r:id="rIdSlide75"/>
    <p:sldId id="331" r:id="rIdSlide76"/>
    <p:sldId id="332" r:id="rIdSlide77"/>
    <p:sldId id="333" r:id="rIdSlide78"/>
    <p:sldId id="334" r:id="rIdSlide79"/>
    <p:sldId id="335" r:id="rIdSlide80"/>
    <p:sldId id="336" r:id="rIdSlide81"/>
    <p:sldId id="337" r:id="rIdSlide82"/>
    <p:sldId id="338" r:id="rIdSlide83"/>
    <p:sldId id="339" r:id="rIdSlide84"/>
    <p:sldId id="340" r:id="rIdSlide85"/>
    <p:sldId id="341" r:id="rIdSlide86"/>
    <p:sldId id="342" r:id="rIdSlide87"/>
    <p:sldId id="343" r:id="rIdSlide88"/>
    <p:sldId id="344" r:id="rIdSlide89"/>
    <p:sldId id="345" r:id="rIdSlide90"/>
    <p:sldId id="346" r:id="rIdSlide91"/>
    <p:sldId id="347" r:id="rIdSlide92"/>
    <p:sldId id="348" r:id="rIdSlide93"/>
    <p:sldId id="349" r:id="rIdSlide94"/>
    <p:sldId id="350" r:id="rIdSlide95"/>
    <p:sldId id="351" r:id="rIdSlide96"/>
    <p:sldId id="352" r:id="rIdSlide97"/>
    <p:sldId id="353" r:id="rIdSlide98"/>
    <p:sldId id="354" r:id="rIdSlide99"/>
    <p:sldId id="355" r:id="rIdSlide100"/>
    <p:sldId id="356" r:id="rIdSlide101"/>
    <p:sldId id="357" r:id="rIdSlide102"/>
    <p:sldId id="358" r:id="rIdSlide103"/>
    <p:sldId id="359" r:id="rIdSlide104"/>
    <p:sldId id="360" r:id="rIdSlide105"/>
    <p:sldId id="361" r:id="rIdSlide106"/>
    <p:sldId id="362" r:id="rIdSlide107"/>
    <p:sldId id="363" r:id="rIdSlide108"/>
    <p:sldId id="364" r:id="rIdSlide109"/>
    <p:sldId id="365" r:id="rIdSlide110"/>
    <p:sldId id="366" r:id="rIdSlide111"/>
    <p:sldId id="367" r:id="rIdSlide112"/>
    <p:sldId id="368" r:id="rIdSlide113"/>
    <p:sldId id="369" r:id="rIdSlide114"/>
    <p:sldId id="370" r:id="rIdSlide115"/>
    <p:sldId id="371" r:id="rIdSlide116"/>
    <p:sldId id="372" r:id="rIdSlide117"/>
    <p:sldId id="373" r:id="rIdSlide118"/>
    <p:sldId id="374" r:id="rIdSlide119"/>
    <p:sldId id="375" r:id="rIdSlide120"/>
    <p:sldId id="376" r:id="rIdSlide121"/>
    <p:sldId id="377" r:id="rIdSlide122"/>
    <p:sldId id="378" r:id="rIdSlide123"/>
    <p:sldId id="379" r:id="rIdSlide124"/>
    <p:sldId id="380" r:id="rIdSlide125"/>
    <p:sldId id="381" r:id="rIdSlide126"/>
    <p:sldId id="382" r:id="rIdSlide127"/>
    <p:sldId id="383" r:id="rIdSlide128"/>
    <p:sldId id="384" r:id="rIdSlide129"/>
    <p:sldId id="385" r:id="rIdSlide130"/>
    <p:sldId id="386" r:id="rIdSlide131"/>
    <p:sldId id="387" r:id="rIdSlide132"/>
    <p:sldId id="388" r:id="rIdSlide133"/>
    <p:sldId id="389" r:id="rIdSlide134"/>
    <p:sldId id="390" r:id="rIdSlide135"/>
    <p:sldId id="391" r:id="rIdSlide136"/>
    <p:sldId id="392" r:id="rIdSlide137"/>
    <p:sldId id="393" r:id="rIdSlide138"/>
    <p:sldId id="394" r:id="rIdSlide139"/>
    <p:sldId id="395" r:id="rIdSlide140"/>
    <p:sldId id="396" r:id="rIdSlide141"/>
    <p:sldId id="397" r:id="rIdSlide142"/>
    <p:sldId id="398" r:id="rIdSlide143"/>
    <p:sldId id="399" r:id="rIdSlide144"/>
    <p:sldId id="400" r:id="rIdSlide145"/>
    <p:sldId id="401" r:id="rIdSlide146"/>
    <p:sldId id="402" r:id="rIdSlide147"/>
    <p:sldId id="403" r:id="rIdSlide148"/>
    <p:sldId id="404" r:id="rIdSlide149"/>
    <p:sldId id="405" r:id="rIdSlide150"/>
    <p:sldId id="406" r:id="rIdSlide151"/>
    <p:sldId id="407" r:id="rIdSlide152"/>
    <p:sldId id="408" r:id="rIdSlide153"/>
    <p:sldId id="409" r:id="rIdSlide154"/>
    <p:sldId id="410" r:id="rIdSlide155"/>
    <p:sldId id="411" r:id="rIdSlide156"/>
    <p:sldId id="412" r:id="rIdSlide157"/>
    <p:sldId id="413" r:id="rIdSlide158"/>
    <p:sldId id="414" r:id="rIdSlide159"/>
    <p:sldId id="415" r:id="rIdSlide1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heme" Type="http://schemas.openxmlformats.org/officeDocument/2006/relationships/theme" Target="theme/theme1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Slide24" Type="http://schemas.openxmlformats.org/officeDocument/2006/relationships/slide" Target="slides/slide24.xml"/><Relationship Id="rIdSlide25" Type="http://schemas.openxmlformats.org/officeDocument/2006/relationships/slide" Target="slides/slide25.xml"/><Relationship Id="rIdSlide26" Type="http://schemas.openxmlformats.org/officeDocument/2006/relationships/slide" Target="slides/slide26.xml"/><Relationship Id="rIdSlide27" Type="http://schemas.openxmlformats.org/officeDocument/2006/relationships/slide" Target="slides/slide27.xml"/><Relationship Id="rIdSlide28" Type="http://schemas.openxmlformats.org/officeDocument/2006/relationships/slide" Target="slides/slide28.xml"/><Relationship Id="rIdSlide29" Type="http://schemas.openxmlformats.org/officeDocument/2006/relationships/slide" Target="slides/slide29.xml"/><Relationship Id="rIdSlide30" Type="http://schemas.openxmlformats.org/officeDocument/2006/relationships/slide" Target="slides/slide30.xml"/><Relationship Id="rIdSlide31" Type="http://schemas.openxmlformats.org/officeDocument/2006/relationships/slide" Target="slides/slide31.xml"/><Relationship Id="rIdSlide32" Type="http://schemas.openxmlformats.org/officeDocument/2006/relationships/slide" Target="slides/slide32.xml"/><Relationship Id="rIdSlide33" Type="http://schemas.openxmlformats.org/officeDocument/2006/relationships/slide" Target="slides/slide33.xml"/><Relationship Id="rIdSlide34" Type="http://schemas.openxmlformats.org/officeDocument/2006/relationships/slide" Target="slides/slide34.xml"/><Relationship Id="rIdSlide35" Type="http://schemas.openxmlformats.org/officeDocument/2006/relationships/slide" Target="slides/slide35.xml"/><Relationship Id="rIdSlide36" Type="http://schemas.openxmlformats.org/officeDocument/2006/relationships/slide" Target="slides/slide36.xml"/><Relationship Id="rIdSlide37" Type="http://schemas.openxmlformats.org/officeDocument/2006/relationships/slide" Target="slides/slide37.xml"/><Relationship Id="rIdSlide38" Type="http://schemas.openxmlformats.org/officeDocument/2006/relationships/slide" Target="slides/slide38.xml"/><Relationship Id="rIdSlide39" Type="http://schemas.openxmlformats.org/officeDocument/2006/relationships/slide" Target="slides/slide39.xml"/><Relationship Id="rIdSlide40" Type="http://schemas.openxmlformats.org/officeDocument/2006/relationships/slide" Target="slides/slide40.xml"/><Relationship Id="rIdSlide41" Type="http://schemas.openxmlformats.org/officeDocument/2006/relationships/slide" Target="slides/slide41.xml"/><Relationship Id="rIdSlide42" Type="http://schemas.openxmlformats.org/officeDocument/2006/relationships/slide" Target="slides/slide42.xml"/><Relationship Id="rIdSlide43" Type="http://schemas.openxmlformats.org/officeDocument/2006/relationships/slide" Target="slides/slide43.xml"/><Relationship Id="rIdSlide44" Type="http://schemas.openxmlformats.org/officeDocument/2006/relationships/slide" Target="slides/slide44.xml"/><Relationship Id="rIdSlide45" Type="http://schemas.openxmlformats.org/officeDocument/2006/relationships/slide" Target="slides/slide45.xml"/><Relationship Id="rIdSlide46" Type="http://schemas.openxmlformats.org/officeDocument/2006/relationships/slide" Target="slides/slide46.xml"/><Relationship Id="rIdSlide47" Type="http://schemas.openxmlformats.org/officeDocument/2006/relationships/slide" Target="slides/slide47.xml"/><Relationship Id="rIdSlide48" Type="http://schemas.openxmlformats.org/officeDocument/2006/relationships/slide" Target="slides/slide48.xml"/><Relationship Id="rIdSlide49" Type="http://schemas.openxmlformats.org/officeDocument/2006/relationships/slide" Target="slides/slide49.xml"/><Relationship Id="rIdSlide50" Type="http://schemas.openxmlformats.org/officeDocument/2006/relationships/slide" Target="slides/slide50.xml"/><Relationship Id="rIdSlide51" Type="http://schemas.openxmlformats.org/officeDocument/2006/relationships/slide" Target="slides/slide51.xml"/><Relationship Id="rIdSlide52" Type="http://schemas.openxmlformats.org/officeDocument/2006/relationships/slide" Target="slides/slide52.xml"/><Relationship Id="rIdSlide53" Type="http://schemas.openxmlformats.org/officeDocument/2006/relationships/slide" Target="slides/slide53.xml"/><Relationship Id="rIdSlide54" Type="http://schemas.openxmlformats.org/officeDocument/2006/relationships/slide" Target="slides/slide54.xml"/><Relationship Id="rIdSlide55" Type="http://schemas.openxmlformats.org/officeDocument/2006/relationships/slide" Target="slides/slide55.xml"/><Relationship Id="rIdSlide56" Type="http://schemas.openxmlformats.org/officeDocument/2006/relationships/slide" Target="slides/slide56.xml"/><Relationship Id="rIdSlide57" Type="http://schemas.openxmlformats.org/officeDocument/2006/relationships/slide" Target="slides/slide57.xml"/><Relationship Id="rIdSlide58" Type="http://schemas.openxmlformats.org/officeDocument/2006/relationships/slide" Target="slides/slide58.xml"/><Relationship Id="rIdSlide59" Type="http://schemas.openxmlformats.org/officeDocument/2006/relationships/slide" Target="slides/slide59.xml"/><Relationship Id="rIdSlide60" Type="http://schemas.openxmlformats.org/officeDocument/2006/relationships/slide" Target="slides/slide60.xml"/><Relationship Id="rIdSlide61" Type="http://schemas.openxmlformats.org/officeDocument/2006/relationships/slide" Target="slides/slide61.xml"/><Relationship Id="rIdSlide62" Type="http://schemas.openxmlformats.org/officeDocument/2006/relationships/slide" Target="slides/slide62.xml"/><Relationship Id="rIdSlide63" Type="http://schemas.openxmlformats.org/officeDocument/2006/relationships/slide" Target="slides/slide63.xml"/><Relationship Id="rIdSlide64" Type="http://schemas.openxmlformats.org/officeDocument/2006/relationships/slide" Target="slides/slide64.xml"/><Relationship Id="rIdSlide65" Type="http://schemas.openxmlformats.org/officeDocument/2006/relationships/slide" Target="slides/slide65.xml"/><Relationship Id="rIdSlide66" Type="http://schemas.openxmlformats.org/officeDocument/2006/relationships/slide" Target="slides/slide66.xml"/><Relationship Id="rIdSlide67" Type="http://schemas.openxmlformats.org/officeDocument/2006/relationships/slide" Target="slides/slide67.xml"/><Relationship Id="rIdSlide68" Type="http://schemas.openxmlformats.org/officeDocument/2006/relationships/slide" Target="slides/slide68.xml"/><Relationship Id="rIdSlide69" Type="http://schemas.openxmlformats.org/officeDocument/2006/relationships/slide" Target="slides/slide69.xml"/><Relationship Id="rIdSlide70" Type="http://schemas.openxmlformats.org/officeDocument/2006/relationships/slide" Target="slides/slide70.xml"/><Relationship Id="rIdSlide71" Type="http://schemas.openxmlformats.org/officeDocument/2006/relationships/slide" Target="slides/slide71.xml"/><Relationship Id="rIdSlide72" Type="http://schemas.openxmlformats.org/officeDocument/2006/relationships/slide" Target="slides/slide72.xml"/><Relationship Id="rIdSlide73" Type="http://schemas.openxmlformats.org/officeDocument/2006/relationships/slide" Target="slides/slide73.xml"/><Relationship Id="rIdSlide74" Type="http://schemas.openxmlformats.org/officeDocument/2006/relationships/slide" Target="slides/slide74.xml"/><Relationship Id="rIdSlide75" Type="http://schemas.openxmlformats.org/officeDocument/2006/relationships/slide" Target="slides/slide75.xml"/><Relationship Id="rIdSlide76" Type="http://schemas.openxmlformats.org/officeDocument/2006/relationships/slide" Target="slides/slide76.xml"/><Relationship Id="rIdSlide77" Type="http://schemas.openxmlformats.org/officeDocument/2006/relationships/slide" Target="slides/slide77.xml"/><Relationship Id="rIdSlide78" Type="http://schemas.openxmlformats.org/officeDocument/2006/relationships/slide" Target="slides/slide78.xml"/><Relationship Id="rIdSlide79" Type="http://schemas.openxmlformats.org/officeDocument/2006/relationships/slide" Target="slides/slide79.xml"/><Relationship Id="rIdSlide80" Type="http://schemas.openxmlformats.org/officeDocument/2006/relationships/slide" Target="slides/slide80.xml"/><Relationship Id="rIdSlide81" Type="http://schemas.openxmlformats.org/officeDocument/2006/relationships/slide" Target="slides/slide81.xml"/><Relationship Id="rIdSlide82" Type="http://schemas.openxmlformats.org/officeDocument/2006/relationships/slide" Target="slides/slide82.xml"/><Relationship Id="rIdSlide83" Type="http://schemas.openxmlformats.org/officeDocument/2006/relationships/slide" Target="slides/slide83.xml"/><Relationship Id="rIdSlide84" Type="http://schemas.openxmlformats.org/officeDocument/2006/relationships/slide" Target="slides/slide84.xml"/><Relationship Id="rIdSlide85" Type="http://schemas.openxmlformats.org/officeDocument/2006/relationships/slide" Target="slides/slide85.xml"/><Relationship Id="rIdSlide86" Type="http://schemas.openxmlformats.org/officeDocument/2006/relationships/slide" Target="slides/slide86.xml"/><Relationship Id="rIdSlide87" Type="http://schemas.openxmlformats.org/officeDocument/2006/relationships/slide" Target="slides/slide87.xml"/><Relationship Id="rIdSlide88" Type="http://schemas.openxmlformats.org/officeDocument/2006/relationships/slide" Target="slides/slide88.xml"/><Relationship Id="rIdSlide89" Type="http://schemas.openxmlformats.org/officeDocument/2006/relationships/slide" Target="slides/slide89.xml"/><Relationship Id="rIdSlide90" Type="http://schemas.openxmlformats.org/officeDocument/2006/relationships/slide" Target="slides/slide90.xml"/><Relationship Id="rIdSlide91" Type="http://schemas.openxmlformats.org/officeDocument/2006/relationships/slide" Target="slides/slide91.xml"/><Relationship Id="rIdSlide92" Type="http://schemas.openxmlformats.org/officeDocument/2006/relationships/slide" Target="slides/slide92.xml"/><Relationship Id="rIdSlide93" Type="http://schemas.openxmlformats.org/officeDocument/2006/relationships/slide" Target="slides/slide93.xml"/><Relationship Id="rIdSlide94" Type="http://schemas.openxmlformats.org/officeDocument/2006/relationships/slide" Target="slides/slide94.xml"/><Relationship Id="rIdSlide95" Type="http://schemas.openxmlformats.org/officeDocument/2006/relationships/slide" Target="slides/slide95.xml"/><Relationship Id="rIdSlide96" Type="http://schemas.openxmlformats.org/officeDocument/2006/relationships/slide" Target="slides/slide96.xml"/><Relationship Id="rIdSlide97" Type="http://schemas.openxmlformats.org/officeDocument/2006/relationships/slide" Target="slides/slide97.xml"/><Relationship Id="rIdSlide98" Type="http://schemas.openxmlformats.org/officeDocument/2006/relationships/slide" Target="slides/slide98.xml"/><Relationship Id="rIdSlide99" Type="http://schemas.openxmlformats.org/officeDocument/2006/relationships/slide" Target="slides/slide99.xml"/><Relationship Id="rIdSlide100" Type="http://schemas.openxmlformats.org/officeDocument/2006/relationships/slide" Target="slides/slide100.xml"/><Relationship Id="rIdSlide101" Type="http://schemas.openxmlformats.org/officeDocument/2006/relationships/slide" Target="slides/slide101.xml"/><Relationship Id="rIdSlide102" Type="http://schemas.openxmlformats.org/officeDocument/2006/relationships/slide" Target="slides/slide102.xml"/><Relationship Id="rIdSlide103" Type="http://schemas.openxmlformats.org/officeDocument/2006/relationships/slide" Target="slides/slide103.xml"/><Relationship Id="rIdSlide104" Type="http://schemas.openxmlformats.org/officeDocument/2006/relationships/slide" Target="slides/slide104.xml"/><Relationship Id="rIdSlide105" Type="http://schemas.openxmlformats.org/officeDocument/2006/relationships/slide" Target="slides/slide105.xml"/><Relationship Id="rIdSlide106" Type="http://schemas.openxmlformats.org/officeDocument/2006/relationships/slide" Target="slides/slide106.xml"/><Relationship Id="rIdSlide107" Type="http://schemas.openxmlformats.org/officeDocument/2006/relationships/slide" Target="slides/slide107.xml"/><Relationship Id="rIdSlide108" Type="http://schemas.openxmlformats.org/officeDocument/2006/relationships/slide" Target="slides/slide108.xml"/><Relationship Id="rIdSlide109" Type="http://schemas.openxmlformats.org/officeDocument/2006/relationships/slide" Target="slides/slide109.xml"/><Relationship Id="rIdSlide110" Type="http://schemas.openxmlformats.org/officeDocument/2006/relationships/slide" Target="slides/slide110.xml"/><Relationship Id="rIdSlide111" Type="http://schemas.openxmlformats.org/officeDocument/2006/relationships/slide" Target="slides/slide111.xml"/><Relationship Id="rIdSlide112" Type="http://schemas.openxmlformats.org/officeDocument/2006/relationships/slide" Target="slides/slide112.xml"/><Relationship Id="rIdSlide113" Type="http://schemas.openxmlformats.org/officeDocument/2006/relationships/slide" Target="slides/slide113.xml"/><Relationship Id="rIdSlide114" Type="http://schemas.openxmlformats.org/officeDocument/2006/relationships/slide" Target="slides/slide114.xml"/><Relationship Id="rIdSlide115" Type="http://schemas.openxmlformats.org/officeDocument/2006/relationships/slide" Target="slides/slide115.xml"/><Relationship Id="rIdSlide116" Type="http://schemas.openxmlformats.org/officeDocument/2006/relationships/slide" Target="slides/slide116.xml"/><Relationship Id="rIdSlide117" Type="http://schemas.openxmlformats.org/officeDocument/2006/relationships/slide" Target="slides/slide117.xml"/><Relationship Id="rIdSlide118" Type="http://schemas.openxmlformats.org/officeDocument/2006/relationships/slide" Target="slides/slide118.xml"/><Relationship Id="rIdSlide119" Type="http://schemas.openxmlformats.org/officeDocument/2006/relationships/slide" Target="slides/slide119.xml"/><Relationship Id="rIdSlide120" Type="http://schemas.openxmlformats.org/officeDocument/2006/relationships/slide" Target="slides/slide120.xml"/><Relationship Id="rIdSlide121" Type="http://schemas.openxmlformats.org/officeDocument/2006/relationships/slide" Target="slides/slide121.xml"/><Relationship Id="rIdSlide122" Type="http://schemas.openxmlformats.org/officeDocument/2006/relationships/slide" Target="slides/slide122.xml"/><Relationship Id="rIdSlide123" Type="http://schemas.openxmlformats.org/officeDocument/2006/relationships/slide" Target="slides/slide123.xml"/><Relationship Id="rIdSlide124" Type="http://schemas.openxmlformats.org/officeDocument/2006/relationships/slide" Target="slides/slide124.xml"/><Relationship Id="rIdSlide125" Type="http://schemas.openxmlformats.org/officeDocument/2006/relationships/slide" Target="slides/slide125.xml"/><Relationship Id="rIdSlide126" Type="http://schemas.openxmlformats.org/officeDocument/2006/relationships/slide" Target="slides/slide126.xml"/><Relationship Id="rIdSlide127" Type="http://schemas.openxmlformats.org/officeDocument/2006/relationships/slide" Target="slides/slide127.xml"/><Relationship Id="rIdSlide128" Type="http://schemas.openxmlformats.org/officeDocument/2006/relationships/slide" Target="slides/slide128.xml"/><Relationship Id="rIdSlide129" Type="http://schemas.openxmlformats.org/officeDocument/2006/relationships/slide" Target="slides/slide129.xml"/><Relationship Id="rIdSlide130" Type="http://schemas.openxmlformats.org/officeDocument/2006/relationships/slide" Target="slides/slide130.xml"/><Relationship Id="rIdSlide131" Type="http://schemas.openxmlformats.org/officeDocument/2006/relationships/slide" Target="slides/slide131.xml"/><Relationship Id="rIdSlide132" Type="http://schemas.openxmlformats.org/officeDocument/2006/relationships/slide" Target="slides/slide132.xml"/><Relationship Id="rIdSlide133" Type="http://schemas.openxmlformats.org/officeDocument/2006/relationships/slide" Target="slides/slide133.xml"/><Relationship Id="rIdSlide134" Type="http://schemas.openxmlformats.org/officeDocument/2006/relationships/slide" Target="slides/slide134.xml"/><Relationship Id="rIdSlide135" Type="http://schemas.openxmlformats.org/officeDocument/2006/relationships/slide" Target="slides/slide135.xml"/><Relationship Id="rIdSlide136" Type="http://schemas.openxmlformats.org/officeDocument/2006/relationships/slide" Target="slides/slide136.xml"/><Relationship Id="rIdSlide137" Type="http://schemas.openxmlformats.org/officeDocument/2006/relationships/slide" Target="slides/slide137.xml"/><Relationship Id="rIdSlide138" Type="http://schemas.openxmlformats.org/officeDocument/2006/relationships/slide" Target="slides/slide138.xml"/><Relationship Id="rIdSlide139" Type="http://schemas.openxmlformats.org/officeDocument/2006/relationships/slide" Target="slides/slide139.xml"/><Relationship Id="rIdSlide140" Type="http://schemas.openxmlformats.org/officeDocument/2006/relationships/slide" Target="slides/slide140.xml"/><Relationship Id="rIdSlide141" Type="http://schemas.openxmlformats.org/officeDocument/2006/relationships/slide" Target="slides/slide141.xml"/><Relationship Id="rIdSlide142" Type="http://schemas.openxmlformats.org/officeDocument/2006/relationships/slide" Target="slides/slide142.xml"/><Relationship Id="rIdSlide143" Type="http://schemas.openxmlformats.org/officeDocument/2006/relationships/slide" Target="slides/slide143.xml"/><Relationship Id="rIdSlide144" Type="http://schemas.openxmlformats.org/officeDocument/2006/relationships/slide" Target="slides/slide144.xml"/><Relationship Id="rIdSlide145" Type="http://schemas.openxmlformats.org/officeDocument/2006/relationships/slide" Target="slides/slide145.xml"/><Relationship Id="rIdSlide146" Type="http://schemas.openxmlformats.org/officeDocument/2006/relationships/slide" Target="slides/slide146.xml"/><Relationship Id="rIdSlide147" Type="http://schemas.openxmlformats.org/officeDocument/2006/relationships/slide" Target="slides/slide147.xml"/><Relationship Id="rIdSlide148" Type="http://schemas.openxmlformats.org/officeDocument/2006/relationships/slide" Target="slides/slide148.xml"/><Relationship Id="rIdSlide149" Type="http://schemas.openxmlformats.org/officeDocument/2006/relationships/slide" Target="slides/slide149.xml"/><Relationship Id="rIdSlide150" Type="http://schemas.openxmlformats.org/officeDocument/2006/relationships/slide" Target="slides/slide150.xml"/><Relationship Id="rIdSlide151" Type="http://schemas.openxmlformats.org/officeDocument/2006/relationships/slide" Target="slides/slide151.xml"/><Relationship Id="rIdSlide152" Type="http://schemas.openxmlformats.org/officeDocument/2006/relationships/slide" Target="slides/slide152.xml"/><Relationship Id="rIdSlide153" Type="http://schemas.openxmlformats.org/officeDocument/2006/relationships/slide" Target="slides/slide153.xml"/><Relationship Id="rIdSlide154" Type="http://schemas.openxmlformats.org/officeDocument/2006/relationships/slide" Target="slides/slide154.xml"/><Relationship Id="rIdSlide155" Type="http://schemas.openxmlformats.org/officeDocument/2006/relationships/slide" Target="slides/slide155.xml"/><Relationship Id="rIdSlide156" Type="http://schemas.openxmlformats.org/officeDocument/2006/relationships/slide" Target="slides/slide156.xml"/><Relationship Id="rIdSlide157" Type="http://schemas.openxmlformats.org/officeDocument/2006/relationships/slide" Target="slides/slide157.xml"/><Relationship Id="rIdSlide158" Type="http://schemas.openxmlformats.org/officeDocument/2006/relationships/slide" Target="slides/slide158.xml"/><Relationship Id="rIdSlide159" Type="http://schemas.openxmlformats.org/officeDocument/2006/relationships/slide" Target="slides/slide159.xml"/><Relationship Id="rIdSlide160" Type="http://schemas.openxmlformats.org/officeDocument/2006/relationships/slide" Target="slides/slide160.xml"/>
  
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Fixture data</c:v>
          </c:tx>
          <c:cat>
            <c:strLit>
              <c:ptCount val="1"/>
              <c:pt idx="0">
                <c:v>Slides</c:v>
              </c:pt>
            </c:strLit>
          </c:cat>
          <c:val>
            <c:numLit>
              <c:formatCode>General</c:formatCode>
              <c:ptCount val="1"/>
              <c:pt idx="0">
                <c:v>1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</c:chart>
</c:chartSpace>
</file>

<file path=ppt/notesMasters/_rels/notesMaster1.xml.rels><?xml version="1.0" encoding="UTF-8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/>
          </p:nvPr>
        </p:nvSpPr>
        <p:spPr>
          <a:xfrm>
            <a:off x="457200" y="457200"/>
            <a:ext cx="54864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Fixture speaker notes survive round trip.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.xml"/>
  <Relationship Id="rIdImage" Type="http://schemas.openxmlformats.org/officeDocument/2006/relationships/image" Target="../media/image1.png"/>
  <Relationship Id="rIdChart" Type="http://schemas.openxmlformats.org/officeDocument/2006/relationships/chart" Target="../charts/chart1.xml"/>
  <Relationship Id="rIdHyperlink" Type="http://schemas.openxmlformats.org/officeDocument/2006/relationships/hyperlink" Target="https://example.com/native-powerpoint" TargetMode="Externa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6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 xmlns:np="https://native-powerpoint.invalid/fix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title">
            <a:hlinkClick r:id="rIdHyperlink"/>
          </p:cNvPr>
          <p:cNvSpPr/>
          <p:nvPr/>
        </p:nvSpPr>
        <p:spPr>
          <a:xfrm>
            <a:off x="457200" y="342900"/>
            <a:ext cx="5943600" cy="6858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Native PowerPoint fixture</a:t>
            </a:r>
            <a:endParaRPr lang="en-US"/>
          </a:p>
        </p:txBody>
      </p:sp>
      <p:grpSp>
        <p:nvGrpSpPr>
          <p:cNvPr id="3" name="Fixture group"/>
          <p:cNvGrpSpPr/>
          <p:nvPr/>
        </p:nvGrpSpPr>
        <p:grpSpPr>
          <a:xfrm>
            <a:off x="457200" y="1371600"/>
            <a:ext cx="2743200" cy="914400"/>
            <a:chOff x="0" y="0"/>
            <a:chExt cx="2743200" cy="914400"/>
          </a:xfrm>
        </p:grpSpPr>
        <p:sp>
          <p:nvSpPr>
            <p:cNvPr id="4" name="Grouped shape"/>
            <p:cNvSpPr/>
            <p:nvPr/>
          </p:nvSpPr>
          <p:spPr>
            <a:xfrm>
              <a:off x="0" y="0"/>
              <a:ext cx="2743200" cy="9144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sz="2200"/>
                <a:t>Grouped shape</a:t>
              </a:r>
              <a:endParaRPr lang="en-US"/>
            </a:p>
          </p:txBody>
        </p:sp>
      </p:grpSp>
      <p:pic>
        <p:nvPicPr>
          <p:cNvPr id="5" name="Fixture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7772400" y="457200"/>
            <a:ext cx="1828800" cy="1371600"/>
          </a:xfrm>
          <a:prstGeom prst="rect">
            <a:avLst/>
          </a:prstGeom>
        </p:spPr>
      </p:pic>
      <p:graphicFrame>
        <p:nvGraphicFramePr>
          <p:cNvPr id="6" name="Fixture chart"/>
          <p:cNvGraphicFramePr/>
          <p:nvPr/>
        </p:nvGraphicFramePr>
        <p:xfrm>
          <a:off x="457200" y="2971800"/>
          <a:ext cx="3657600" cy="2286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7" name="Fixture table"/>
          <p:cNvGraphicFramePr/>
          <p:nvPr/>
        </p:nvGraphicFramePr>
        <p:xfrm>
          <a:off x="5029200" y="2971800"/>
          <a:ext cx="5943600" cy="1828800"/>
        </p:xfrm>
        <a:graphic>
          <a:graphicData uri="http://schemas.openxmlformats.org/drawingml/2006/table">
            <a:tbl>
              <a:tblPr firstRow="1"/>
              <a:tblGrid>
                <a:gridCol w="2971800"/>
                <a:gridCol w="29718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/>
      </p:par>
    </p:tnLst>
  </p:timing>
  <p:extLst>
    <p:ext uri="{57B35768-491A-4F9E-9E38-F0F5933D1274}">
      <np:feature preserve="unknown-ooxml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</a:t>
            </a:r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</a:t>
            </a:r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</a:t>
            </a:r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</a:t>
            </a:r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</a:t>
            </a:r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</a:t>
            </a:r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</a:t>
            </a:r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</a:t>
            </a:r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</a:t>
            </a:r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</a:t>
            </a:r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</a:t>
            </a:r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</a:t>
            </a:r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</a:t>
            </a:r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</a:t>
            </a:r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16</a:t>
            </a:r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17</a:t>
            </a:r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18</a:t>
            </a:r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19</a:t>
            </a:r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20</a:t>
            </a:r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21</a:t>
            </a:r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22</a:t>
            </a:r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23</a:t>
            </a:r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24</a:t>
            </a:r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25</a:t>
            </a:r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26</a:t>
            </a:r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27</a:t>
            </a:r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28</a:t>
            </a:r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2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29</a:t>
            </a:r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30</a:t>
            </a:r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31</a:t>
            </a:r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32</a:t>
            </a:r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33</a:t>
            </a:r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34</a:t>
            </a:r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35</a:t>
            </a:r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36</a:t>
            </a:r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37</a:t>
            </a:r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38</a:t>
            </a:r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3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39</a:t>
            </a:r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40</a:t>
            </a:r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41</a:t>
            </a:r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42</a:t>
            </a:r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43</a:t>
            </a:r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44</a:t>
            </a:r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45</a:t>
            </a:r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46</a:t>
            </a:r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47</a:t>
            </a:r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48</a:t>
            </a:r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4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49</a:t>
            </a:r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50</a:t>
            </a:r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51</a:t>
            </a:r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52</a:t>
            </a:r>
            <a:endParaRPr lang="en-US"/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53</a:t>
            </a:r>
            <a:endParaRPr lang="en-US"/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54</a:t>
            </a:r>
            <a:endParaRPr lang="en-US"/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55</a:t>
            </a:r>
            <a:endParaRPr lang="en-US"/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56</a:t>
            </a:r>
            <a:endParaRPr lang="en-US"/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57</a:t>
            </a:r>
            <a:endParaRPr lang="en-US"/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58</a:t>
            </a:r>
            <a:endParaRPr lang="en-US"/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5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59</a:t>
            </a:r>
            <a:endParaRPr lang="en-US"/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60</a:t>
            </a:r>
            <a:endParaRPr lang="en-US"/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61</a:t>
            </a:r>
            <a:endParaRPr lang="en-US"/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62</a:t>
            </a:r>
            <a:endParaRPr lang="en-US"/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63</a:t>
            </a:r>
            <a:endParaRPr lang="en-US"/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64</a:t>
            </a:r>
            <a:endParaRPr lang="en-US"/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65</a:t>
            </a:r>
            <a:endParaRPr lang="en-US"/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66</a:t>
            </a:r>
            <a:endParaRPr lang="en-US"/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67</a:t>
            </a:r>
            <a:endParaRPr lang="en-US"/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68</a:t>
            </a:r>
            <a:endParaRPr lang="en-US"/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6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69</a:t>
            </a:r>
            <a:endParaRPr lang="en-US"/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70</a:t>
            </a:r>
            <a:endParaRPr lang="en-US"/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71</a:t>
            </a:r>
            <a:endParaRPr lang="en-US"/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72</a:t>
            </a:r>
            <a:endParaRPr lang="en-US"/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73</a:t>
            </a:r>
            <a:endParaRPr lang="en-US"/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74</a:t>
            </a:r>
            <a:endParaRPr lang="en-US"/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75</a:t>
            </a:r>
            <a:endParaRPr lang="en-US"/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76</a:t>
            </a:r>
            <a:endParaRPr lang="en-US"/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77</a:t>
            </a:r>
            <a:endParaRPr lang="en-US"/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78</a:t>
            </a:r>
            <a:endParaRPr lang="en-US"/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7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79</a:t>
            </a:r>
            <a:endParaRPr lang="en-US"/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80</a:t>
            </a:r>
            <a:endParaRPr lang="en-US"/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81</a:t>
            </a:r>
            <a:endParaRPr lang="en-US"/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82</a:t>
            </a:r>
            <a:endParaRPr lang="en-US"/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83</a:t>
            </a:r>
            <a:endParaRPr lang="en-US"/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84</a:t>
            </a:r>
            <a:endParaRPr lang="en-US"/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85</a:t>
            </a:r>
            <a:endParaRPr lang="en-US"/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86</a:t>
            </a:r>
            <a:endParaRPr lang="en-US"/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87</a:t>
            </a:r>
            <a:endParaRPr lang="en-US"/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88</a:t>
            </a:r>
            <a:endParaRPr lang="en-US"/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8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89</a:t>
            </a:r>
            <a:endParaRPr lang="en-US"/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90</a:t>
            </a:r>
            <a:endParaRPr lang="en-US"/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91</a:t>
            </a:r>
            <a:endParaRPr lang="en-US"/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92</a:t>
            </a:r>
            <a:endParaRPr lang="en-US"/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93</a:t>
            </a:r>
            <a:endParaRPr lang="en-US"/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94</a:t>
            </a:r>
            <a:endParaRPr lang="en-US"/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95</a:t>
            </a:r>
            <a:endParaRPr lang="en-US"/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96</a:t>
            </a:r>
            <a:endParaRPr lang="en-US"/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97</a:t>
            </a:r>
            <a:endParaRPr lang="en-US"/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98</a:t>
            </a:r>
            <a:endParaRPr lang="en-US"/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9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99</a:t>
            </a:r>
            <a:endParaRPr lang="en-US"/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100</a:t>
            </a:r>
            <a:endParaRPr lang="en-US"/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101</a:t>
            </a:r>
            <a:endParaRPr lang="en-US"/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102</a:t>
            </a:r>
            <a:endParaRPr lang="en-US"/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103</a:t>
            </a:r>
            <a:endParaRPr lang="en-US"/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104</a:t>
            </a:r>
            <a:endParaRPr lang="en-US"/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105</a:t>
            </a:r>
            <a:endParaRPr lang="en-US"/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106</a:t>
            </a:r>
            <a:endParaRPr lang="en-US"/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107</a:t>
            </a:r>
            <a:endParaRPr lang="en-US"/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108</a:t>
            </a:r>
            <a:endParaRPr lang="en-US"/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0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109</a:t>
            </a:r>
            <a:endParaRPr lang="en-US"/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110</a:t>
            </a:r>
            <a:endParaRPr lang="en-US"/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111</a:t>
            </a:r>
            <a:endParaRPr lang="en-US"/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112</a:t>
            </a:r>
            <a:endParaRPr lang="en-US"/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113</a:t>
            </a:r>
            <a:endParaRPr lang="en-US"/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114</a:t>
            </a:r>
            <a:endParaRPr lang="en-US"/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115</a:t>
            </a:r>
            <a:endParaRPr lang="en-US"/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116</a:t>
            </a:r>
            <a:endParaRPr lang="en-US"/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117</a:t>
            </a:r>
            <a:endParaRPr lang="en-US"/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118</a:t>
            </a:r>
            <a:endParaRPr lang="en-US"/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1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119</a:t>
            </a:r>
            <a:endParaRPr lang="en-US"/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120</a:t>
            </a:r>
            <a:endParaRPr lang="en-US"/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121</a:t>
            </a:r>
            <a:endParaRPr lang="en-US"/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122</a:t>
            </a:r>
            <a:endParaRPr lang="en-US"/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123</a:t>
            </a:r>
            <a:endParaRPr lang="en-US"/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124</a:t>
            </a:r>
            <a:endParaRPr lang="en-US"/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125</a:t>
            </a:r>
            <a:endParaRPr lang="en-US"/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126</a:t>
            </a:r>
            <a:endParaRPr lang="en-US"/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127</a:t>
            </a:r>
            <a:endParaRPr lang="en-US"/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128</a:t>
            </a:r>
            <a:endParaRPr lang="en-US"/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2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129</a:t>
            </a:r>
            <a:endParaRPr lang="en-US"/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130</a:t>
            </a:r>
            <a:endParaRPr lang="en-US"/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131</a:t>
            </a:r>
            <a:endParaRPr lang="en-US"/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132</a:t>
            </a:r>
            <a:endParaRPr lang="en-US"/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133</a:t>
            </a:r>
            <a:endParaRPr lang="en-US"/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134</a:t>
            </a:r>
            <a:endParaRPr lang="en-US"/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135</a:t>
            </a:r>
            <a:endParaRPr lang="en-US"/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136</a:t>
            </a:r>
            <a:endParaRPr lang="en-US"/>
          </a:p>
        </p:txBody>
      </p:sp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137</a:t>
            </a:r>
            <a:endParaRPr lang="en-US"/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138</a:t>
            </a:r>
            <a:endParaRPr lang="en-US"/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3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139</a:t>
            </a:r>
            <a:endParaRPr lang="en-US"/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140</a:t>
            </a:r>
            <a:endParaRPr lang="en-US"/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141</a:t>
            </a:r>
            <a:endParaRPr lang="en-US"/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142</a:t>
            </a:r>
            <a:endParaRPr lang="en-US"/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143</a:t>
            </a:r>
            <a:endParaRPr lang="en-US"/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144</a:t>
            </a:r>
            <a:endParaRPr lang="en-US"/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145</a:t>
            </a:r>
            <a:endParaRPr lang="en-US"/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146</a:t>
            </a:r>
            <a:endParaRPr lang="en-US"/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147</a:t>
            </a:r>
            <a:endParaRPr lang="en-US"/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148</a:t>
            </a:r>
            <a:endParaRPr lang="en-US"/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4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149</a:t>
            </a:r>
            <a:endParaRPr lang="en-US"/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150</a:t>
            </a:r>
            <a:endParaRPr lang="en-US"/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151</a:t>
            </a:r>
            <a:endParaRPr lang="en-US"/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2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152</a:t>
            </a:r>
            <a:endParaRPr lang="en-US"/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3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153</a:t>
            </a:r>
            <a:endParaRPr lang="en-US"/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4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154</a:t>
            </a:r>
            <a:endParaRPr lang="en-US"/>
          </a:p>
        </p:txBody>
      </p:sp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5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155</a:t>
            </a:r>
            <a:endParaRPr lang="en-US"/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6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156</a:t>
            </a:r>
            <a:endParaRPr lang="en-US"/>
          </a:p>
        </p:txBody>
      </p:sp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7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157</a:t>
            </a:r>
            <a:endParaRPr lang="en-US"/>
          </a:p>
        </p:txBody>
      </p:sp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8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158</a:t>
            </a:r>
            <a:endParaRPr lang="en-US"/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59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159</a:t>
            </a:r>
            <a:endParaRPr lang="en-US"/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60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160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Native PowerPoint Fixture Theme">
  <a:themeElements>
    <a:clrScheme name="Fixture colors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B45309"/>
      </a:accent2>
      <a:accent3>
        <a:srgbClr val="2563EB"/>
      </a:accent3>
      <a:accent4>
        <a:srgbClr val="BE123C"/>
      </a:accent4>
      <a:accent5>
        <a:srgbClr val="7C3AED"/>
      </a:accent5>
      <a:accent6>
        <a:srgbClr val="15803D"/>
      </a:accent6>
      <a:hlink>
        <a:srgbClr val="0000FF"/>
      </a:hlink>
      <a:folHlink>
        <a:srgbClr val="800080"/>
      </a:folHlink>
    </a:clrScheme>
    <a:fontScheme name="Fixture fonts">
      <a:majorFont>
        <a:latin typeface="Arial"/>
      </a:majorFont>
      <a:minorFont>
        <a:latin typeface="Arial"/>
      </a:minorFont>
    </a:fontScheme>
    <a:fmtScheme name="Fixture formatt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customXml/native-powerpoint-extension.xml><?xml version="1.0" encoding="utf-8"?>
<np:fixture xmlns:np="https://native-powerpoint.invalid/fixture" preserve="unknown-ooxml">
  <np:data>Do not discard this part.</np:data>
</np:fixture>
</file>

<file path=docProps/app.xml><?xml version="1.0" encoding="utf-8"?>
<Properties xmlns="http://schemas.openxmlformats.org/officeDocument/2006/extended-properties">
  <Application>Native PowerPoint tests</Application>
</Properties>
</file>

<file path=docProps/core.xml><?xml version="1.0" encoding="utf-8"?>
<cp:coreProperties xmlns:cp="http://schemas.openxmlformats.org/package/2006/metadata/core-properties" xmlns:dc="http://purl.org/dc/elements/1.1/">
  <dc:title>Native PowerPoint fixture</dc:title>
</cp:coreProperties>
</file>