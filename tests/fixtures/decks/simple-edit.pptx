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OfficeDocument" Type="http://schemas.openxmlformats.org/officeDocument/2006/relationships/officeDocument" Target="ppt/presentation.xml"/>
  <Relationship Id="rIdCoreProperties" Type="http://schemas.openxmlformats.org/package/2006/relationships/metadata/core-properties" Target="docProps/core.xml"/>
  <Relationship Id="rIdAppProperties" Type="http://schemas.openxmlformats.org/officeDocument/2006/relationships/extended-properties" Target="docProps/app.xml"/>
  <Relationship Id="rIdUnknownExtension" Type="https://native-powerpoint.invalid/relationships/fixture-extension" Target="customXml/native-powerpoint-extens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Master"/>
  </p:sldMasterIdLst>
  <p:sldIdLst>
    <p:sldId id="256" r:id="rIdSlide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/>
</file>

<file path=ppt/_rels/presentation.xml.rels><?xml version="1.0" encoding="UTF-8" standalone="yes"?>
<Relationships xmlns="http://schemas.openxmlformats.org/package/2006/relationships">
  <Relationship Id="rIdMaster" Type="http://schemas.openxmlformats.org/officeDocument/2006/relationships/slideMaster" Target="slideMasters/slideMaster1.xml"/>
  <Relationship Id="rIdPresProps" Type="http://schemas.openxmlformats.org/officeDocument/2006/relationships/presProps" Target="presProps.xml"/>
  <Relationship Id="rIdViewProps" Type="http://schemas.openxmlformats.org/officeDocument/2006/relationships/viewProps" Target="viewProps.xml"/>
  <Relationship Id="rIdTheme" Type="http://schemas.openxmlformats.org/officeDocument/2006/relationships/theme" Target="theme/theme1.xml"/>
  <Relationship Id="rIdTableStyles" Type="http://schemas.openxmlformats.org/officeDocument/2006/relationships/tableStyles" Target="tableStyles.xml"/>
  <Relationship Id="rIdSlide1" Type="http://schemas.openxmlformats.org/officeDocument/2006/relationships/slide" Target="slides/slide1.xml"/>
  
</Relationships>
</file>

<file path=ppt/charts/chart1.xml><?xml version="1.0" encoding="utf-8"?>
<c:chartSpace xmlns:c="http://schemas.openxmlformats.org/drawingml/2006/chart" xmlns:a="http://schemas.openxmlformats.org/drawingml/2006/main">
  <c:chart>
    <c:plotArea>
      <c:layout/>
      <c:barChart>
        <c:barDir val="col"/>
        <c:grouping val="clustered"/>
        <c:ser>
          <c:idx val="0"/>
          <c:order val="0"/>
          <c:tx>
            <c:v>Fixture data</c:v>
          </c:tx>
          <c:cat>
            <c:strLit>
              <c:ptCount val="1"/>
              <c:pt idx="0">
                <c:v>Slides</c:v>
              </c:pt>
            </c:strLit>
          </c:cat>
          <c:val>
            <c:numLit>
              <c:formatCode>General</c:formatCode>
              <c:ptCount val="1"/>
              <c:pt idx="0">
                <c:v>1</c:v>
              </c:pt>
            </c:numLit>
          </c:val>
        </c:ser>
        <c:axId val="123456"/>
        <c:axId val="654321"/>
      </c:barChart>
      <c:catAx>
        <c:axId val="123456"/>
        <c:scaling>
          <c:orientation val="minMax"/>
        </c:scaling>
        <c:axPos val="b"/>
        <c:crossAx val="654321"/>
      </c:catAx>
      <c:valAx>
        <c:axId val="654321"/>
        <c:scaling>
          <c:orientation val="minMax"/>
        </c:scaling>
        <c:axPos val="l"/>
        <c:crossAx val="123456"/>
      </c:valAx>
    </c:plotArea>
  </c:chart>
</c:chartSpace>
</file>

<file path=ppt/notesMasters/_rels/notesMaster1.xml.rels><?xml version="1.0" encoding="UTF-8"?><Relationships xmlns="http://schemas.openxmlformats.org/package/2006/relationships"><Relationship Id="rIdTheme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</p:notesMaster>
</file>

<file path=ppt/notesSlides/_rels/notesSlide1.xml.rels><?xml version="1.0" encoding="UTF-8"?><Relationships xmlns="http://schemas.openxmlformats.org/package/2006/relationships"><Relationship Id="rIdNotesMaster" Type="http://schemas.openxmlformats.org/officeDocument/2006/relationships/notesMaster" Target="../notesMasters/notesMaster1.xml"/><Relationship Id="rIdSlide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/>
          </p:nvPr>
        </p:nvSpPr>
        <p:spPr>
          <a:xfrm>
            <a:off x="457200" y="457200"/>
            <a:ext cx="548640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Fixture speaker notes survive round trip.</a:t>
            </a:r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Master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Layout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ixture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Layout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1 title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Large deck slide 1</a:t>
            </a:r>
            <a:endParaRPr lang="en-US"/>
          </a:p>
        </p:txBody>
      </p:sp>
    </p:spTree>
  </p:cSld>
</p:sld>
</file>

<file path=ppt/theme/theme1.xml><?xml version="1.0" encoding="utf-8"?>
<a:theme xmlns:a="http://schemas.openxmlformats.org/drawingml/2006/main" name="Native PowerPoint Fixture Theme">
  <a:themeElements>
    <a:clrScheme name="Fixture colors">
      <a:dk1>
        <a:srgbClr val="1F2937"/>
      </a:dk1>
      <a:lt1>
        <a:srgbClr val="FFFFFF"/>
      </a:lt1>
      <a:dk2>
        <a:srgbClr val="334155"/>
      </a:dk2>
      <a:lt2>
        <a:srgbClr val="F8FAFC"/>
      </a:lt2>
      <a:accent1>
        <a:srgbClr val="0F766E"/>
      </a:accent1>
      <a:accent2>
        <a:srgbClr val="B45309"/>
      </a:accent2>
      <a:accent3>
        <a:srgbClr val="2563EB"/>
      </a:accent3>
      <a:accent4>
        <a:srgbClr val="BE123C"/>
      </a:accent4>
      <a:accent5>
        <a:srgbClr val="7C3AED"/>
      </a:accent5>
      <a:accent6>
        <a:srgbClr val="15803D"/>
      </a:accent6>
      <a:hlink>
        <a:srgbClr val="0000FF"/>
      </a:hlink>
      <a:folHlink>
        <a:srgbClr val="800080"/>
      </a:folHlink>
    </a:clrScheme>
    <a:fontScheme name="Fixture fonts">
      <a:majorFont>
        <a:latin typeface="Arial"/>
      </a:majorFont>
      <a:minorFont>
        <a:latin typeface="Arial"/>
      </a:minorFont>
    </a:fontScheme>
    <a:fmtScheme name="Fixture formatting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customXml/native-powerpoint-extension.xml><?xml version="1.0" encoding="utf-8"?>
<np:fixture xmlns:np="https://native-powerpoint.invalid/fixture" preserve="unknown-ooxml">
  <np:data>Do not discard this part.</np:data>
</np:fixture>
</file>

<file path=docProps/app.xml><?xml version="1.0" encoding="utf-8"?>
<Properties xmlns="http://schemas.openxmlformats.org/officeDocument/2006/extended-properties">
  <Application>Native PowerPoint tests</Application>
</Properties>
</file>

<file path=docProps/core.xml><?xml version="1.0" encoding="utf-8"?>
<cp:coreProperties xmlns:cp="http://schemas.openxmlformats.org/package/2006/metadata/core-properties" xmlns:dc="http://purl.org/dc/elements/1.1/">
  <dc:title>Native PowerPoint fixture</dc:title>
</cp:coreProperties>
</file>