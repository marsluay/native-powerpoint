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OfficeDocument" Type="http://schemas.openxmlformats.org/officeDocument/2006/relationships/officeDocument" Target="ppt/presentation.xml"/>
  <Relationship Id="rIdCoreProperties" Type="http://schemas.openxmlformats.org/package/2006/relationships/metadata/core-properties" Target="docProps/core.xml"/>
  <Relationship Id="rIdAppProperties" Type="http://schemas.openxmlformats.org/officeDocument/2006/relationships/extended-properties" Target="docProps/app.xml"/>
  <Relationship Id="rIdUnknownExtension" Type="https://native-powerpoint.invalid/relationships/fixture-extension" Target="customXml/native-powerpoint-extension.xml"/>
</Relationships>
</file>

<file path=ppt/presentation.xml><?xml version="1.0" encoding="utf-8"?>
<duplicate/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heme" Type="http://schemas.openxmlformats.org/officeDocument/2006/relationships/theme" Target="theme/theme1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
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Fixture data</c:v>
          </c:tx>
          <c:cat>
            <c:strLit>
              <c:ptCount val="1"/>
              <c:pt idx="0">
                <c:v>Slides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</c:chart>
</c:chartSpace>
</file>

<file path=ppt/notesMasters/_rels/notesMaster1.xml.rels><?xml version="1.0" encoding="UTF-8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?><Relationships xmlns="http://schemas.openxmlformats.org/package/2006/relationships"><Relationship Id="rIdNotesMaster" Type="http://schemas.openxmlformats.org/officeDocument/2006/relationships/notesMaster" Target="../notesMasters/notesMaster1.xml"/><Relationship Id="rIdSlide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/>
          </p:nvPr>
        </p:nvSpPr>
        <p:spPr>
          <a:xfrm>
            <a:off x="457200" y="457200"/>
            <a:ext cx="54864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Fixture speaker notes survive round trip.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Notes" Type="http://schemas.openxmlformats.org/officeDocument/2006/relationships/notesSlide" Target="../notesSlides/notesSlide1.xml"/>
  <Relationship Id="rIdImage" Type="http://schemas.openxmlformats.org/officeDocument/2006/relationships/image" Target="../media/image1.png"/>
  <Relationship Id="rIdChart" Type="http://schemas.openxmlformats.org/officeDocument/2006/relationships/chart" Target="../charts/chart1.xml"/>
  <Relationship Id="rIdHyperlink" Type="http://schemas.openxmlformats.org/officeDocument/2006/relationships/hyperlink" Target="https://example.com/native-powerpoint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 xmlns:np="https://native-powerpoint.invalid/fix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ture title">
            <a:hlinkClick r:id="rIdHyperlink"/>
          </p:cNvPr>
          <p:cNvSpPr/>
          <p:nvPr/>
        </p:nvSpPr>
        <p:spPr>
          <a:xfrm>
            <a:off x="457200" y="342900"/>
            <a:ext cx="5943600" cy="68580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Native PowerPoint fixture</a:t>
            </a:r>
            <a:endParaRPr lang="en-US"/>
          </a:p>
        </p:txBody>
      </p:sp>
      <p:grpSp>
        <p:nvGrpSpPr>
          <p:cNvPr id="3" name="Fixture group"/>
          <p:cNvGrpSpPr/>
          <p:nvPr/>
        </p:nvGrpSpPr>
        <p:grpSpPr>
          <a:xfrm>
            <a:off x="457200" y="1371600"/>
            <a:ext cx="2743200" cy="914400"/>
            <a:chOff x="0" y="0"/>
            <a:chExt cx="2743200" cy="914400"/>
          </a:xfrm>
        </p:grpSpPr>
        <p:sp>
          <p:nvSpPr>
            <p:cNvPr id="4" name="Grouped shape"/>
            <p:cNvSpPr/>
            <p:nvPr/>
          </p:nvSpPr>
          <p:spPr>
            <a:xfrm>
              <a:off x="0" y="0"/>
              <a:ext cx="27432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sz="2200"/>
                <a:t>Grouped shape</a:t>
              </a:r>
              <a:endParaRPr lang="en-US"/>
            </a:p>
          </p:txBody>
        </p:sp>
      </p:grpSp>
      <p:pic>
        <p:nvPicPr>
          <p:cNvPr id="5" name="Fixture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7772400" y="457200"/>
            <a:ext cx="1828800" cy="1371600"/>
          </a:xfrm>
          <a:prstGeom prst="rect">
            <a:avLst/>
          </a:prstGeom>
        </p:spPr>
      </p:pic>
      <p:graphicFrame>
        <p:nvGraphicFramePr>
          <p:cNvPr id="6" name="Fixture chart"/>
          <p:cNvGraphicFramePr/>
          <p:nvPr/>
        </p:nvGraphicFramePr>
        <p:xfrm>
          <a:off x="457200" y="2971800"/>
          <a:ext cx="3657600" cy="2286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7" name="Fixture table"/>
          <p:cNvGraphicFramePr/>
          <p:nvPr/>
        </p:nvGraphicFramePr>
        <p:xfrm>
          <a:off x="5029200" y="2971800"/>
          <a:ext cx="5943600" cy="1828800"/>
        </p:xfrm>
        <a:graphic>
          <a:graphicData uri="http://schemas.openxmlformats.org/drawingml/2006/table">
            <a:tbl>
              <a:tblPr firstRow="1"/>
              <a:tblGrid>
                <a:gridCol w="2971800"/>
                <a:gridCol w="29718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/>
      </p:par>
    </p:tnLst>
  </p:timing>
  <p:extLst>
    <p:ext uri="{57B35768-491A-4F9E-9E38-F0F5933D1274}">
      <np:feature preserve="unknown-ooxml"/>
    </p:ext>
  </p:extLst>
</p:sld>
</file>

<file path=ppt/theme/theme1.xml><?xml version="1.0" encoding="utf-8"?>
<a:theme xmlns:a="http://schemas.openxmlformats.org/drawingml/2006/main" name="Native PowerPoint Fixture Theme">
  <a:themeElements>
    <a:clrScheme name="Fixture colors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B45309"/>
      </a:accent2>
      <a:accent3>
        <a:srgbClr val="2563EB"/>
      </a:accent3>
      <a:accent4>
        <a:srgbClr val="BE123C"/>
      </a:accent4>
      <a:accent5>
        <a:srgbClr val="7C3AED"/>
      </a:accent5>
      <a:accent6>
        <a:srgbClr val="15803D"/>
      </a:accent6>
      <a:hlink>
        <a:srgbClr val="0000FF"/>
      </a:hlink>
      <a:folHlink>
        <a:srgbClr val="800080"/>
      </a:folHlink>
    </a:clrScheme>
    <a:fontScheme name="Fixture fonts">
      <a:majorFont>
        <a:latin typeface="Arial"/>
      </a:majorFont>
      <a:minorFont>
        <a:latin typeface="Arial"/>
      </a:minorFont>
    </a:fontScheme>
    <a:fmtScheme name="Fixture formattin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customXml/native-powerpoint-extension.xml><?xml version="1.0" encoding="utf-8"?>
<np:fixture xmlns:np="https://native-powerpoint.invalid/fixture" preserve="unknown-ooxml">
  <np:data>Do not discard this part.</np:data>
</np:fixture>
</file>

<file path=docProps/app.xml><?xml version="1.0" encoding="utf-8"?>
<Properties xmlns="http://schemas.openxmlformats.org/officeDocument/2006/extended-properties">
  <Application>Native PowerPoint tests</Application>
</Properties>
</file>

<file path=docProps/core.xml><?xml version="1.0" encoding="utf-8"?>
<cp:coreProperties xmlns:cp="http://schemas.openxmlformats.org/package/2006/metadata/core-properties" xmlns:dc="http://purl.org/dc/elements/1.1/">
  <dc:title>Native PowerPoint fixture</dc:title>
</cp:coreProperties>
</file>